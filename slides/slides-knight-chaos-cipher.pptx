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Knight-Chaos Cipher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Algoritma Kriptografi Berbasis Langkah Kuda Catur dan Chaotic Map</a:t>
            </a:r>
            <a:br/>
            <a:br/>
            <a:r>
              <a:rPr/>
              <a:t>Muhammad Rizky Hajar · 24.55.2714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 Security · 10 Juni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Tugas: merancang algoritma kriptografi baru.</a:t>
            </a:r>
          </a:p>
          <a:p>
            <a:pPr lvl="0"/>
            <a:r>
              <a:rPr/>
              <a:t>Fokus: modifikasi komponen utama cipher.</a:t>
            </a:r>
          </a:p>
          <a:p>
            <a:pPr lvl="0"/>
            <a:r>
              <a:rPr/>
              <a:t>Menggabungkan game logic dan chaotic map pada struktur cipher.</a:t>
            </a:r>
          </a:p>
          <a:p>
            <a:pPr lvl="0"/>
            <a:r>
              <a:rPr/>
              <a:t>Target: enkripsi, dekripsi, demo, dan analisis keamanan.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Knight-Chaos Cipher (KCC-128)</a:t>
            </a:r>
          </a:p>
          <a:p>
            <a:pPr lvl="0"/>
            <a:r>
              <a:rPr/>
              <a:t>Block cipher 128 bit.</a:t>
            </a:r>
          </a:p>
          <a:p>
            <a:pPr lvl="0"/>
            <a:r>
              <a:rPr/>
              <a:t>10 round transformasi.</a:t>
            </a:r>
          </a:p>
          <a:p>
            <a:pPr lvl="0"/>
            <a:r>
              <a:rPr/>
              <a:t>Papan 4x4 mewakili 16 byte.</a:t>
            </a:r>
          </a:p>
          <a:p>
            <a:pPr lvl="0"/>
            <a:r>
              <a:rPr/>
              <a:t>Langkah kuda catur menjadi permutasi internal.</a:t>
            </a:r>
          </a:p>
          <a:p>
            <a:pPr lvl="0"/>
            <a:r>
              <a:rPr/>
              <a:t>Logistic chaotic map membentuk S-Box dinamis.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Pembeda dari Cipher Umum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KCC membuat S-Box per round dari chaotic map.</a:t>
            </a:r>
          </a:p>
          <a:p>
            <a:pPr lvl="0"/>
            <a:r>
              <a:rPr/>
              <a:t>Rute langkah kuda catur digunakan sebagai permutasi.</a:t>
            </a:r>
          </a:p>
          <a:p>
            <a:pPr lvl="0"/>
            <a:r>
              <a:rPr/>
              <a:t>Key schedule menghasilkan XOR key dan parameter struktur round.</a:t>
            </a:r>
          </a:p>
          <a:p>
            <a:pPr lvl="0"/>
            <a:r>
              <a:rPr/>
              <a:t>Kunci ikut mengubah S-Box, rute kuda, rotasi bit, dan difusi.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Arsitektur 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AddRoundKey</a:t>
            </a:r>
          </a:p>
          <a:p>
            <a:pPr lvl="0" indent="-342900" marL="342900">
              <a:buAutoNum type="arabicPeriod"/>
            </a:pPr>
            <a:r>
              <a:rPr/>
              <a:t>ChaoticSubBytes</a:t>
            </a:r>
          </a:p>
          <a:p>
            <a:pPr lvl="0" indent="-342900" marL="342900">
              <a:buAutoNum type="arabicPeriod"/>
            </a:pPr>
            <a:r>
              <a:rPr/>
              <a:t>KnightPermutation</a:t>
            </a:r>
          </a:p>
          <a:p>
            <a:pPr lvl="0" indent="-342900" marL="342900">
              <a:buAutoNum type="arabicPeriod"/>
            </a:pPr>
            <a:r>
              <a:rPr/>
              <a:t>BitShiftMix</a:t>
            </a:r>
          </a:p>
          <a:p>
            <a:pPr lvl="0" indent="-342900" marL="342900">
              <a:buAutoNum type="arabicPeriod"/>
            </a:pPr>
            <a:r>
              <a:rPr/>
              <a:t>ByteDiffusion</a:t>
            </a:r>
          </a:p>
          <a:p>
            <a:pPr lvl="0" indent="-342900" marL="342900">
              <a:buAutoNum type="arabicPeriod"/>
            </a:pPr>
            <a:r>
              <a:rPr/>
              <a:t>FeistelMix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Dynamic S-Box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Rumus logistic map:</a:t>
            </a:r>
          </a:p>
          <a:p>
            <a:pPr lvl="0" indent="0">
              <a:buNone/>
            </a:pPr>
            <a:r>
              <a:rPr>
                <a:latin typeface="Courier"/>
              </a:rPr>
              <a:t>x(n+1) = r * x(n) * (1 - x(n))</a:t>
            </a:r>
          </a:p>
          <a:p>
            <a:pPr lvl="0"/>
            <a:r>
              <a:rPr/>
              <a:t>Nilai awal </a:t>
            </a:r>
            <a:r>
              <a:rPr>
                <a:latin typeface="Courier"/>
              </a:rPr>
              <a:t>x</a:t>
            </a:r>
            <a:r>
              <a:rPr/>
              <a:t> diturunkan dari round seed.</a:t>
            </a:r>
          </a:p>
          <a:p>
            <a:pPr lvl="0"/>
            <a:r>
              <a:rPr>
                <a:latin typeface="Courier"/>
              </a:rPr>
              <a:t>r</a:t>
            </a:r>
            <a:r>
              <a:rPr/>
              <a:t> berubah sesuai round.</a:t>
            </a:r>
          </a:p>
          <a:p>
            <a:pPr lvl="0"/>
            <a:r>
              <a:rPr/>
              <a:t>Output chaotic digunakan untuk mengurutkan byte 0..255.</a:t>
            </a:r>
          </a:p>
          <a:p>
            <a:pPr lvl="0"/>
            <a:r>
              <a:rPr/>
              <a:t>Hasilnya S-Box invertibel.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Knight Permutation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Blok 16 byte dipetakan ke papan 4x4.</a:t>
            </a:r>
          </a:p>
          <a:p>
            <a:pPr lvl="0"/>
            <a:r>
              <a:rPr/>
              <a:t>Posisi byte dipindah mengikuti langkah kuda.</a:t>
            </a:r>
          </a:p>
          <a:p>
            <a:pPr lvl="0"/>
            <a:r>
              <a:rPr/>
              <a:t>Titik awal ditentukan round seed.</a:t>
            </a:r>
          </a:p>
          <a:p>
            <a:pPr lvl="0"/>
            <a:r>
              <a:rPr/>
              <a:t>Tie-breaking juga dipengaruhi round seed.</a:t>
            </a:r>
          </a:p>
          <a:p>
            <a:pPr lvl="0"/>
            <a:r>
              <a:rPr/>
              <a:t>Hasil: permutasi non-linear dan mudah divisualisasikan.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Difusi dan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Byte rotation menyebarkan bit di dalam byte.</a:t>
            </a:r>
          </a:p>
          <a:p>
            <a:pPr lvl="0"/>
            <a:r>
              <a:rPr/>
              <a:t>ByteDiffusion dan FeistelMix menyebarkan perubahan antarbyte.</a:t>
            </a:r>
          </a:p>
          <a:p>
            <a:pPr lvl="0"/>
            <a:r>
              <a:rPr/>
              <a:t>Mode chaining membuat blok berikutnya dipengaruhi ciphertext sebelumnya.</a:t>
            </a:r>
          </a:p>
          <a:p>
            <a:pPr lvl="0"/>
            <a:r>
              <a:rPr/>
              <a:t>Dekripsi tetap bisa dilakukan karena semua transformasi invertibel.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Hasil Demo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Plaintext berhasil dienkripsi.</a:t>
            </a:r>
          </a:p>
          <a:p>
            <a:pPr lvl="0"/>
            <a:r>
              <a:rPr/>
              <a:t>Ciphertext ditampilkan dalam hex dan base64.</a:t>
            </a:r>
          </a:p>
          <a:p>
            <a:pPr lvl="0"/>
            <a:r>
              <a:rPr/>
              <a:t>Dekripsi mengembalikan plaintext asli.</a:t>
            </a:r>
          </a:p>
          <a:p>
            <a:pPr lvl="0"/>
            <a:r>
              <a:rPr/>
              <a:t>Bukti utama: </a:t>
            </a:r>
            <a:r>
              <a:rPr>
                <a:latin typeface="Courier"/>
              </a:rPr>
              <a:t>Decryption OK: True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Analisis Keamanan 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Entropy plaintext: sekitar 4.3846 bit/byte.</a:t>
            </a:r>
          </a:p>
          <a:p>
            <a:pPr lvl="0"/>
            <a:r>
              <a:rPr/>
              <a:t>Entropy ciphertext: sekitar 6.6660 bit/byte.</a:t>
            </a:r>
          </a:p>
          <a:p>
            <a:pPr lvl="0"/>
            <a:r>
              <a:rPr/>
              <a:t>Avalanche effect: sekitar 48.34%.</a:t>
            </a:r>
          </a:p>
          <a:p>
            <a:pPr lvl="0"/>
            <a:r>
              <a:rPr/>
              <a:t>Frekuensi byte ciphertext lebih tersebar daripada plaintext.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Interaktif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File: </a:t>
            </a:r>
            <a:r>
              <a:rPr>
                <a:latin typeface="Courier"/>
              </a:rPr>
              <a:t>demo/index.html</a:t>
            </a:r>
          </a:p>
          <a:p>
            <a:pPr lvl="0"/>
            <a:r>
              <a:rPr/>
              <a:t>Visualisasi matriks state 4x4.</a:t>
            </a:r>
          </a:p>
          <a:p>
            <a:pPr lvl="0"/>
            <a:r>
              <a:rPr/>
              <a:t>Timeline setiap step round.</a:t>
            </a:r>
          </a:p>
          <a:p>
            <a:pPr lvl="0"/>
            <a:r>
              <a:rPr/>
              <a:t>Tombol Encrypt, Prev, Play, dan Next.</a:t>
            </a:r>
          </a:p>
          <a:p>
            <a:pPr lvl="0"/>
            <a:r>
              <a:rPr/>
              <a:t>Menunjukkan perubahan state secara bertahap.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Keterbatasan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Pengujian dapat diperluas dengan dataset plaintext lebih besar.</a:t>
            </a:r>
          </a:p>
          <a:p>
            <a:pPr lvl="0"/>
            <a:r>
              <a:rPr/>
              <a:t>IV acak dapat ditambahkan untuk mode operasional lanjutan.</a:t>
            </a:r>
          </a:p>
          <a:p>
            <a:pPr lvl="0"/>
            <a:r>
              <a:rPr/>
              <a:t>Analisis lanjutan dapat mencakup linear/differential cryptanalysis.</a:t>
            </a:r>
          </a:p>
          <a:p>
            <a:pPr lvl="0"/>
            <a:r>
              <a:rPr/>
              <a:t>Struktur round memberi ruang optimasi parameter.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KCC-128 menambahkan ide baru pada arsitektur cipher.</a:t>
            </a:r>
          </a:p>
          <a:p>
            <a:pPr lvl="0"/>
            <a:r>
              <a:rPr/>
              <a:t>Game logic digunakan sebagai permutasi.</a:t>
            </a:r>
          </a:p>
          <a:p>
            <a:pPr lvl="0"/>
            <a:r>
              <a:rPr/>
              <a:t>Chaotic map digunakan sebagai S-Box dinamis.</a:t>
            </a:r>
          </a:p>
          <a:p>
            <a:pPr lvl="0"/>
            <a:r>
              <a:rPr/>
              <a:t>Implementasi berhasil dan dapat didemonstrasikan langsung.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Jalankan </a:t>
            </a:r>
            <a:r>
              <a:rPr>
                <a:latin typeface="Courier"/>
              </a:rPr>
              <a:t>python3 src/demo.py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Buka </a:t>
            </a:r>
            <a:r>
              <a:rPr>
                <a:latin typeface="Courier"/>
              </a:rPr>
              <a:t>demo/index.html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Klik </a:t>
            </a:r>
            <a:r>
              <a:rPr>
                <a:latin typeface="Courier"/>
              </a:rPr>
              <a:t>Encrypt &amp; Animate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Tunjukkan ciphertext, decryption check, dan timeline round.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Knight-Chaos Cipher</dc:title>
  <dc:creator>Muhammad Rizky Hajar · 24.55.2714</dc:creator>
  <cp:keywords/>
  <dcterms:created xsi:type="dcterms:W3CDTF">2026-06-04T13:20:19Z</dcterms:created>
  <dcterms:modified xsi:type="dcterms:W3CDTF">2026-06-04T13:20:19Z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Cyber Security · 10 Juni 2026</vt:lpwstr>
  </property>
  <property fmtid="{D5CDD505-2E9C-101B-9397-08002B2CF9AE}" pid="3" name="subtitle">
    <vt:lpwstr>Algoritma Kriptografi Berbasis Langkah Kuda Catur dan Chaotic Map</vt:lpwstr>
  </property>
</Properties>
</file>