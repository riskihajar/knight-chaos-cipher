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Knight-Chaos Cipher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Algoritma Kriptografi Berbasis Langkah Kuda Catur dan Chaotic Map</a:t>
            </a:r>
            <a:br/>
            <a:br/>
            <a:r>
              <a:rPr/>
              <a:t>Muhammad Rizky Hajar · 24.55.2714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Cyber Security · 10 Juni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Latar Belakang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Tugas: merancang algoritma kriptografi baru.</a:t>
            </a:r>
          </a:p>
          <a:p>
            <a:pPr lvl="0"/>
            <a:r>
              <a:rPr/>
              <a:t>Fokus: modifikasi komponen utama cipher.</a:t>
            </a:r>
          </a:p>
          <a:p>
            <a:pPr lvl="0"/>
            <a:r>
              <a:rPr/>
              <a:t>Menggabungkan game logic dan chaotic map pada struktur cipher.</a:t>
            </a:r>
          </a:p>
          <a:p>
            <a:pPr lvl="0"/>
            <a:r>
              <a:rPr/>
              <a:t>Target: encryption, decryption, demo, dan analisis keamanan.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 Utama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Knight-Chaos Cipher (KCC-128)</a:t>
            </a:r>
          </a:p>
          <a:p>
            <a:pPr lvl="0"/>
            <a:r>
              <a:rPr/>
              <a:t>Block cipher 128 bit (16 byte per block).</a:t>
            </a:r>
          </a:p>
          <a:p>
            <a:pPr lvl="0"/>
            <a:r>
              <a:rPr/>
              <a:t>10 round transformation.</a:t>
            </a:r>
          </a:p>
          <a:p>
            <a:pPr lvl="0"/>
            <a:r>
              <a:rPr/>
              <a:t>Board 4×4 merepresentasikan 16 byte.</a:t>
            </a:r>
          </a:p>
          <a:p>
            <a:pPr lvl="0"/>
            <a:r>
              <a:rPr/>
              <a:t>Knight’s tour menjadi permutation internal.</a:t>
            </a:r>
          </a:p>
          <a:p>
            <a:pPr lvl="0"/>
            <a:r>
              <a:rPr/>
              <a:t>Logistic chaotic map men-generate dynamic S-Box per round.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Pembeda dari Cipher Umum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1714500"/>
                <a:gridCol w="3086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Komponen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KCC-128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S-Box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Tetap (1 untuk semua round)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Dynamic, berubah tiap round (chaotic map)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Permutation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ShiftRows (linear shift)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Knight’s tour (non-linear, L-shape)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Key Schedule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Menghasilkan round key saja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Mengubah S-Box, route, rotation, diffusion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Arsitektur Round (6 Step per Round)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AddRoundKey</a:t>
            </a:r>
            <a:r>
              <a:rPr/>
              <a:t> — XOR state dengan round key</a:t>
            </a:r>
          </a:p>
          <a:p>
            <a:pPr lvl="0" indent="-342900" marL="342900">
              <a:buAutoNum type="arabicPeriod"/>
            </a:pPr>
            <a:r>
              <a:rPr b="1"/>
              <a:t>ChaoticSubBytes</a:t>
            </a:r>
            <a:r>
              <a:rPr/>
              <a:t> — substitute byte pakai dynamic S-Box</a:t>
            </a:r>
          </a:p>
          <a:p>
            <a:pPr lvl="0" indent="-342900" marL="342900">
              <a:buAutoNum type="arabicPeriod"/>
            </a:pPr>
            <a:r>
              <a:rPr b="1"/>
              <a:t>KnightPermutation</a:t>
            </a:r>
            <a:r>
              <a:rPr/>
              <a:t> — shuffle posisi byte pakai knight path</a:t>
            </a:r>
          </a:p>
          <a:p>
            <a:pPr lvl="0" indent="-342900" marL="342900">
              <a:buAutoNum type="arabicPeriod"/>
            </a:pPr>
            <a:r>
              <a:rPr b="1"/>
              <a:t>BitShiftMix</a:t>
            </a:r>
            <a:r>
              <a:rPr/>
              <a:t> — rotate bit dalam setiap byte</a:t>
            </a:r>
          </a:p>
          <a:p>
            <a:pPr lvl="0" indent="-342900" marL="342900">
              <a:buAutoNum type="arabicPeriod"/>
            </a:pPr>
            <a:r>
              <a:rPr b="1"/>
              <a:t>ByteDiffusion</a:t>
            </a:r>
            <a:r>
              <a:rPr/>
              <a:t> — XOR chaining antar byte (propagation)</a:t>
            </a:r>
          </a:p>
          <a:p>
            <a:pPr lvl="0" indent="-342900" marL="342900">
              <a:buAutoNum type="arabicPeriod"/>
            </a:pPr>
            <a:r>
              <a:rPr b="1"/>
              <a:t>FeistelMix</a:t>
            </a:r>
            <a:r>
              <a:rPr/>
              <a:t> — pair-wise mixing 3 pass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Dynamic S-Box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chaotic map:</a:t>
            </a:r>
          </a:p>
          <a:p>
            <a:pPr lvl="0" indent="0">
              <a:buNone/>
            </a:pPr>
            <a:r>
              <a:rPr>
                <a:latin typeface="Courier"/>
              </a:rPr>
              <a:t>x(n+1) = r * x(n) * (1 - x(n))</a:t>
            </a:r>
          </a:p>
          <a:p>
            <a:pPr lvl="0"/>
            <a:r>
              <a:rPr/>
              <a:t>Initial value </a:t>
            </a:r>
            <a:r>
              <a:rPr>
                <a:latin typeface="Courier"/>
              </a:rPr>
              <a:t>x</a:t>
            </a:r>
            <a:r>
              <a:rPr/>
              <a:t> di-derive dari round seed.</a:t>
            </a:r>
          </a:p>
          <a:p>
            <a:pPr lvl="0"/>
            <a:r>
              <a:rPr/>
              <a:t>Parameter </a:t>
            </a:r>
            <a:r>
              <a:rPr>
                <a:latin typeface="Courier"/>
              </a:rPr>
              <a:t>r</a:t>
            </a:r>
            <a:r>
              <a:rPr/>
              <a:t> berubah per round.</a:t>
            </a:r>
          </a:p>
          <a:p>
            <a:pPr lvl="0"/>
            <a:r>
              <a:rPr/>
              <a:t>Output chaotic dipakai untuk men-sort byte 0..255.</a:t>
            </a:r>
          </a:p>
          <a:p>
            <a:pPr lvl="0"/>
            <a:r>
              <a:rPr/>
              <a:t>Hasilnya: S-Box invertible (bisa di-reverse untuk decryption).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Knight Permutation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Block 16 byte di-map ke board 4×4.</a:t>
            </a:r>
          </a:p>
          <a:p>
            <a:pPr lvl="0"/>
            <a:r>
              <a:rPr/>
              <a:t>Posisi byte di-shuffle mengikuti knight move (L-shape: 2+1 cell).</a:t>
            </a:r>
          </a:p>
          <a:p>
            <a:pPr lvl="0"/>
            <a:r>
              <a:rPr/>
              <a:t>Starting position ditentukan round seed.</a:t>
            </a:r>
          </a:p>
          <a:p>
            <a:pPr lvl="0"/>
            <a:r>
              <a:rPr/>
              <a:t>Selection: Warnsdorff’s heuristic (min onward moves).</a:t>
            </a:r>
          </a:p>
          <a:p>
            <a:pPr lvl="0"/>
            <a:r>
              <a:rPr/>
              <a:t>Tie-breaking menggunakan round seed.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Diffusion dan Chaining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BitShiftMix:</a:t>
            </a:r>
            <a:r>
              <a:rPr/>
              <a:t> rotate bit di dalam byte → spread intra-byte.</a:t>
            </a:r>
          </a:p>
          <a:p>
            <a:pPr lvl="0"/>
            <a:r>
              <a:rPr b="1"/>
              <a:t>ByteDiffusion:</a:t>
            </a:r>
            <a:r>
              <a:rPr/>
              <a:t> XOR chaining → 1 byte berubah, propagate ke semua byte setelahnya.</a:t>
            </a:r>
          </a:p>
          <a:p>
            <a:pPr lvl="0"/>
            <a:r>
              <a:rPr b="1"/>
              <a:t>FeistelMix:</a:t>
            </a:r>
            <a:r>
              <a:rPr/>
              <a:t> pair-wise mixing 3 pass → strengthen avalanche.</a:t>
            </a:r>
          </a:p>
          <a:p>
            <a:pPr lvl="0"/>
            <a:r>
              <a:rPr b="1"/>
              <a:t>CBC mode:</a:t>
            </a:r>
            <a:r>
              <a:rPr/>
              <a:t> block berikutnya di-XOR dengan ciphertext block sebelumnya.</a:t>
            </a:r>
          </a:p>
          <a:p>
            <a:pPr lvl="0"/>
            <a:r>
              <a:rPr/>
              <a:t>Semua operation invertible → decryption tetap possible.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 Stack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Algorithm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KCC-128 (Block Cipher)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Size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128 bit (16 byte, matrix 4×4)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Rounds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S-Box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Logistic Chaotic Map (dynamic/round)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Permutation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Knight’s Tour (Warnsdorff)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CBC (Cipher Block Chaining)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Key Schedule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SHA-256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PKCS#7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Hasil Sample Run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Plaintext:  "Cyber Security Tugas 3: ..."
Key:        "KCC-24.55.2714-Muhammad-Rizky-Hajar"
Decryption: OK ✓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Nilai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Plaintext entropy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~4.40 bit/byte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Ciphertext entropy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~6.63 bit/byte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Avalanche effect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~50.29%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Analisis Keamanan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Entropy:</a:t>
            </a:r>
            <a:r>
              <a:rPr/>
              <a:t> naik dari 4.40 → 6.63 bit/byte (lebih uniform).</a:t>
            </a:r>
          </a:p>
          <a:p>
            <a:pPr lvl="0"/>
            <a:r>
              <a:rPr b="1"/>
              <a:t>Avalanche:</a:t>
            </a:r>
            <a:r>
              <a:rPr/>
              <a:t> ~50% — ubah 1 bit input, ~setengah bit output berubah.</a:t>
            </a:r>
          </a:p>
          <a:p>
            <a:pPr lvl="0"/>
            <a:r>
              <a:rPr b="1"/>
              <a:t>Frequency:</a:t>
            </a:r>
            <a:r>
              <a:rPr/>
              <a:t> tidak ada byte value yang dominan pada ciphertext.</a:t>
            </a:r>
          </a:p>
          <a:p>
            <a:pPr lvl="0"/>
            <a:r>
              <a:rPr b="1"/>
              <a:t>vs. Caesar/Vigenere:</a:t>
            </a:r>
            <a:r>
              <a:rPr/>
              <a:t> KCC-128 memutus hubungan langsung plaintext–ciphertext melalui non-linear S-Box + permutation + diffusion.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Keterbatasan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IV di-derive deterministic dari key (idealnya random).</a:t>
            </a:r>
          </a:p>
          <a:p>
            <a:pPr lvl="0"/>
            <a:r>
              <a:rPr/>
              <a:t>Belum ada MAC/HMAC (hanya confidentiality, belum integrity).</a:t>
            </a:r>
          </a:p>
          <a:p>
            <a:pPr lvl="0"/>
            <a:r>
              <a:rPr/>
              <a:t>S-Box nonlinearity dan differential uniformity belum diuji formal.</a:t>
            </a:r>
          </a:p>
          <a:p>
            <a:pPr lvl="0"/>
            <a:r>
              <a:rPr/>
              <a:t>Pengujian perlu diperluas dengan dataset yang lebih besar.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Kesimpulan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KCC-128 memodifikasi substitution, permutation, diffusion, dan key schedule.</a:t>
            </a:r>
          </a:p>
          <a:p>
            <a:pPr lvl="0"/>
            <a:r>
              <a:rPr/>
              <a:t>Knight’s tour sebagai permutation → non-linear, game-based.</a:t>
            </a:r>
          </a:p>
          <a:p>
            <a:pPr lvl="0"/>
            <a:r>
              <a:rPr/>
              <a:t>Chaotic map sebagai S-Box generator → dynamic per round.</a:t>
            </a:r>
          </a:p>
          <a:p>
            <a:pPr lvl="0"/>
            <a:r>
              <a:rPr/>
              <a:t>Encryption-decryption bekerja benar, avalanche ~50%.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Knight-Chaos Cipher</dc:title>
  <dc:creator>Muhammad Rizky Hajar · 24.55.2714</dc:creator>
  <cp:keywords/>
  <dcterms:created xsi:type="dcterms:W3CDTF">2026-06-07T01:29:57Z</dcterms:created>
  <dcterms:modified xsi:type="dcterms:W3CDTF">2026-06-07T01:29:57Z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Cyber Security · 10 Juni 2026</vt:lpwstr>
  </property>
  <property fmtid="{D5CDD505-2E9C-101B-9397-08002B2CF9AE}" pid="3" name="subtitle">
    <vt:lpwstr>Algoritma Kriptografi Berbasis Langkah Kuda Catur dan Chaotic Map</vt:lpwstr>
  </property>
</Properties>
</file>